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3" r:id="rId26"/>
    <p:sldId id="257" r:id="rId3"/>
    <p:sldId id="258" r:id="rId4"/>
    <p:sldId id="259" r:id="rId5"/>
    <p:sldId id="260" r:id="rId6"/>
    <p:sldId id="264" r:id="rId27"/>
    <p:sldId id="261" r:id="rId7"/>
    <p:sldId id="265" r:id="rId28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  <Relationship Id="rId26" Type="http://schemas.openxmlformats.org/officeDocument/2006/relationships/slide" Target="slides/slide8.xml"/>
  <Relationship Id="rId27" Type="http://schemas.openxmlformats.org/officeDocument/2006/relationships/slide" Target="slides/slide9.xml"/>
  <Relationship Id="rId28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Theme: Cybersecurity &amp; Digital Sovereignty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ElderShield — Real-Time AI Voice-Clone Detection for UPI &amp; Voice Banking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Name: {{TEAM_NAME}}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PROPOSED SOLUTION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Real-time deepfake-voice detector for UPI / voice-banking calls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Spoof score 0–1 + pass/fail verdict in &lt;500 ms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India-first: Hindi data, UPI flow, RBI-aligned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VOXGUARD — SPOOF-SCORE EVERY VOICE, BEFORE THE PAYMENT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086100"/>
            <a:ext cx="52387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058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Technologies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Python · PyTorch · RawNet3/AASIST · Flask API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660832" y="3476625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Methodology and process for implementation (Flow Charts / Images / Working Prototype)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847975"/>
            <a:ext cx="34290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720929" y="3810000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SOTA baseline: 0.42% EER (NeXt-TDNN); trainable on laptop GPU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490924" y="3810000"/>
            <a:ext cx="12101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76787" y="425767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21× accuracy drop 2019→2021 LA (channel shift); limited Hindi data</a:t>
            </a:r>
            <a:endParaRPr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3238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60931" y="3810000"/>
            <a:ext cx="10901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Strategies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486775" y="42576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Fine-tune on 2021 LA + HAV-DF + Common Voice hi-IN; RawBoost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 AND VIABILITY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4619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663+ banks, 79+ apps on UPI — every voice channel is a target surface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957415" y="2197585"/>
            <a:ext cx="886523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Social: fewer elderly victimized · Economic: ₹805 cr/yr runway · National: digital sovereignty</a:t>
            </a:r>
            <a:endParaRPr dirty="0"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6419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AND BENEFITS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735" y="1661038"/>
            <a:ext cx="10491634" cy="480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682747"/>
            <a:ext cx="92911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600" b="1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r>
              <a:rPr lang="en-US" dirty="0">
                <a:sym typeface="Playfair Display"/>
              </a:rPr>
              <a:t>RESEARCH AND REFERENCES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1C9CA6-2431-0A69-98BB-5E30EED6A492}"/>
              </a:ext>
            </a:extLst>
          </p:cNvPr>
          <p:cNvGrpSpPr/>
          <p:nvPr/>
        </p:nvGrpSpPr>
        <p:grpSpPr>
          <a:xfrm>
            <a:off x="2306177" y="3813418"/>
            <a:ext cx="8058150" cy="375455"/>
            <a:chOff x="2168525" y="4214995"/>
            <a:chExt cx="8058150" cy="375455"/>
          </a:xfrm>
        </p:grpSpPr>
        <p:sp>
          <p:nvSpPr>
            <p:cNvPr id="168" name="Google Shape;168;p18"/>
            <p:cNvSpPr txBox="1"/>
            <p:nvPr/>
          </p:nvSpPr>
          <p:spPr>
            <a:xfrm>
              <a:off x="2168525" y="4214995"/>
              <a:ext cx="8058150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25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1. RBI/2024-25/105 · 2. CERT-In CIAD-2024-0060 · 3. ASVspoof 2021 LA · 4. AASIST (clovaai) · 5. UPI fraud ₹805 cr (FPJ) · 6. Hyderabad ₹1.97L (Indian Express)</a:t>
              </a:r>
              <a:endParaRPr dirty="0"/>
            </a:p>
          </p:txBody>
        </p:sp>
        <p:pic>
          <p:nvPicPr>
            <p:cNvPr id="169" name="Google Shape;169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69920" y="4361850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VOICE CLONING IS NOW A PAYMENT FRAUD VECTOR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UPI fraud: ₹805 crore, 10.64 lakh incidents (Apr–Nov FY26)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One cloned voice, ₹1.97 lakh lost, 10 minutes (Hyderabad, 2025)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GenAI voice cloning: 10,000 frauds/day per scammer (expert est.)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Real model: fine-tuned anti-spoof network (AASIST-hindi)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Live API: audio in → spoof_score + verdict (&lt;500 ms)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GitHub: full code + training pipeline (link)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Demo video: 90-sec call-scenario (link)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WORKING PROTOTYPE — LIVE DEMO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2658491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Team: {{TEAM_MEMBERS}}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3188813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AI disclosure: GenAI used for ideation/support only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41263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Model training, evaluation and technical claims are our own work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293713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Disclosure matches guidelines §12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&amp; TRANSPARENCY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Light</vt:lpstr>
      <vt:lpstr>Times New Roman</vt:lpstr>
      <vt:lpstr>Playfair Display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9</cp:revision>
  <dcterms:modified xsi:type="dcterms:W3CDTF">2026-07-06T08:50:05Z</dcterms:modified>
</cp:coreProperties>
</file>
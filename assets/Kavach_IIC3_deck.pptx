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58" r:id="rId4"/>
    <p:sldId id="259" r:id="rId5"/>
    <p:sldId id="260" r:id="rId6"/>
    <p:sldId id="264" r:id="rId27"/>
    <p:sldId id="261" r:id="rId7"/>
    <p:sldId id="265" r:id="rId28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Relationship Id="rId27" Type="http://schemas.openxmlformats.org/officeDocument/2006/relationships/slide" Target="slides/slide7.xml"/><Relationship Id="rId2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Kavach — Real-Time AI Voice-Clone Detection for UPI &amp; Voice Banking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Name: {{TEAM_NAME}}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VOICE CLONING IS NOW A PAYMENT FRAUD VECTOR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UPI fraud: ₹805 crore, 10.64 lakh incidents (Apr–Nov FY26)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 cloned voice, ₹1.97 lakh lost, 10 minutes (Hyderabad, 2025)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GenAI voice cloning: 10,000 frauds/day per scammer (expert est.)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Real-time deepfake-voice detector for UPI / voice-banking calls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Spoof score 0–1 + pass/fail verdict in &lt;500 ms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India-first: Hindi data, UPI flow, RBI-aligned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KAVACH — SPOOF-SCORE EVERY VOICE, BEFORE THE PAYMENT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 · PyTorch · RawNet3/AASIST · Flask API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Methodology and process for implementation (Flow Charts / Images / Working Prototype)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SOTA baseline: 0.42% EER (NeXt-TDNN); trainable on laptop GPU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21× accuracy drop 2019→2021 LA (channel shift); limited Hindi data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Fine-tune on 2021 LA + HAV-DF + Common Voice hi-IN; RawBoost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663+ banks, 79+ apps on UPI — every voice channel is a target surface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Social: fewer elderly victimized · Economic: ₹805 cr/yr runway · National: digital sovereignty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 model: fine-tuned anti-spoof network (AASIST-hindi)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Live API: audio in → spoof_score + verdict (&lt;500 ms)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GitHub: full code + training pipeline (link)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Demo video: 90-sec call-scenario (link)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PROTOTYPE — LIVE DEMO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805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1. RBI/2024-25/105 · 2. CERT-In CIAD-2024-0060 · 3. ASVspoof 2021 LA · 4. AASIST (clovaai) · 5. UPI fraud ₹805 cr (FPJ) · 6. Hyderabad ₹1.97L (Indian Express)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Team: {{TEAM_MEMBERS}}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AI disclosure: GenAI used for ideation/support only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 training, evaluation and technical claims are our own work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Disclosure matches guidelines §12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&amp; TRANSPARENCY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